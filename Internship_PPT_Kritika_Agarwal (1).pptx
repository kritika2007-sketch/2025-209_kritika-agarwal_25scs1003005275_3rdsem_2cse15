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22960" cy="7955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4592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IILM UNIVERSITY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6459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FULL STACK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Presentation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572000"/>
            <a:ext cx="10881360" cy="1828800"/>
          </a:xfrm>
          <a:prstGeom prst="roundRect">
            <a:avLst>
              <a:gd name="adj" fmla="val 4000"/>
            </a:avLst>
          </a:prstGeom>
          <a:solidFill>
            <a:srgbClr val="FFFFFF">
              <a:alpha val="96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7365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06240" y="473659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 Agarwal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513892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06240" y="5138928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25SCS1003005275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54126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06240" y="5541264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Sem 3 (2nd Year), Section 2CSE15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400" y="5943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06240" y="59436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(AICTE Virtual Internship)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Internship Program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 AICTE patronage)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55448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– August 2026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Weeks)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06840" y="1554480"/>
            <a:ext cx="2560320" cy="1737360"/>
          </a:xfrm>
          <a:prstGeom prst="roundRect">
            <a:avLst>
              <a:gd name="adj" fmla="val 3158"/>
            </a:avLst>
          </a:prstGeom>
          <a:solidFill>
            <a:srgbClr val="F4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923544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92354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3544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35440" y="26517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/ Online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EduSkills Academy is an ISO 9001:2015 &amp; ISO 27001:2013 certified, Great Place to Work Certified organization operating under the mission "Nation Building Through Skills." This 8-week AICTE–EduSkills Virtual Internship Program was designed to provide structured, industry-relevant learning combined with practical, hands-on exposure to full stack web development — following a week-wise curriculum, weekly assessments, project submissions, and a Final Assessment Test.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 of the Internship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508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and apply HTML &amp; CSS fundamentals for structuring and styling web pages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A1F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67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219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responsive, mobile-first interfaces using the Bootstrap framework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98094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80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93522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client-side interactivity using JavaScript and jQuery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69417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A1F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694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64845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Python programming fundamentals, including OOP concepts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074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36168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dynamic, data-driven web applications using Django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A1F2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120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507492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relational databases and perform CRUD operations using MySQL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Week-wise Learning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993392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993392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93392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346704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346704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46704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700016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2E6E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00016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0016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53328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2E6E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53328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406640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7A1F2B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759952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7A1F2B"/>
          </a:solidFill>
          <a:ln/>
        </p:spPr>
      </p:sp>
      <p:sp>
        <p:nvSpPr>
          <p:cNvPr id="22" name="Text 20"/>
          <p:cNvSpPr/>
          <p:nvPr/>
        </p:nvSpPr>
        <p:spPr>
          <a:xfrm>
            <a:off x="8759952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59952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113264" y="182880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7A1F2B"/>
          </a:solidFill>
          <a:ln/>
        </p:spPr>
      </p:sp>
      <p:sp>
        <p:nvSpPr>
          <p:cNvPr id="25" name="Text 23"/>
          <p:cNvSpPr/>
          <p:nvPr/>
        </p:nvSpPr>
        <p:spPr>
          <a:xfrm>
            <a:off x="10113264" y="196596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113264" y="2286000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" y="2514600"/>
            <a:ext cx="10698480" cy="0"/>
          </a:xfrm>
          <a:prstGeom prst="line">
            <a:avLst/>
          </a:prstGeom>
          <a:noFill/>
          <a:ln w="19050">
            <a:solidFill>
              <a:srgbClr val="D9DEE6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40080" y="35204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(Weeks 1–3): Page structure &amp; styling, responsive design with Bootstrap  |  Scripting (Weeks 4–5): Interactivity with JavaScript &amp; jQuery, DOM &amp; AJAX  |  Back-End (Weeks 6–8): Python programming, Django framework, MySQL database integration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Weekly assessments + project documentation + Final Assessment Test in Week 8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560320" cy="4023360"/>
          </a:xfrm>
          <a:prstGeom prst="roundRect">
            <a:avLst>
              <a:gd name="adj" fmla="val 2143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HTML5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CSS3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Bootstrap 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JavaScript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114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jQuery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560320" cy="4023360"/>
          </a:xfrm>
          <a:prstGeom prst="roundRect">
            <a:avLst>
              <a:gd name="adj" fmla="val 2143"/>
            </a:avLst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29000" y="1554480"/>
            <a:ext cx="2560320" cy="548640"/>
          </a:xfrm>
          <a:prstGeom prst="rect">
            <a:avLst/>
          </a:prstGeom>
          <a:solidFill>
            <a:srgbClr val="2E6E5E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Django Framework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560320" cy="4023360"/>
          </a:xfrm>
          <a:prstGeom prst="roundRect">
            <a:avLst>
              <a:gd name="adj" fmla="val 2143"/>
            </a:avLst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solidFill>
            <a:srgbClr val="7A1F2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MySQL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06840" y="1554480"/>
            <a:ext cx="2560320" cy="4023360"/>
          </a:xfrm>
          <a:prstGeom prst="roundRect">
            <a:avLst>
              <a:gd name="adj" fmla="val 2143"/>
            </a:avLst>
          </a:prstGeom>
          <a:solidFill>
            <a:srgbClr val="F4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1554480"/>
            <a:ext cx="2560320" cy="548640"/>
          </a:xfrm>
          <a:prstGeom prst="rect">
            <a:avLst/>
          </a:prstGeom>
          <a:solidFill>
            <a:srgbClr val="4B5563"/>
          </a:solidFill>
          <a:ln/>
        </p:spPr>
      </p:sp>
      <p:sp>
        <p:nvSpPr>
          <p:cNvPr id="22" name="Text 20"/>
          <p:cNvSpPr/>
          <p:nvPr/>
        </p:nvSpPr>
        <p:spPr>
          <a:xfrm>
            <a:off x="9006840" y="1554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Tools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286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VS Code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2743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Git &amp; GitHub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Postman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371600" y="1600200"/>
            <a:ext cx="9418320" cy="1188720"/>
          </a:xfrm>
          <a:prstGeom prst="roundRect">
            <a:avLst>
              <a:gd name="adj" fmla="val 6154"/>
            </a:avLst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70992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394960" y="169164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50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Bootstrap, JavaScript, jQuery — renders UI &amp; handles client interaction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806440" y="2788920"/>
            <a:ext cx="365760" cy="22860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017520"/>
            <a:ext cx="9418320" cy="1188720"/>
          </a:xfrm>
          <a:prstGeom prst="roundRect">
            <a:avLst>
              <a:gd name="adj" fmla="val 6154"/>
            </a:avLst>
          </a:prstGeom>
          <a:solidFill>
            <a:srgbClr val="2E6E5E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31272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31089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50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(Python) — URL routing, views, business logic, authentication (MVT pattern)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06440" y="4206240"/>
            <a:ext cx="365760" cy="22860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" y="4434840"/>
            <a:ext cx="9418320" cy="1188720"/>
          </a:xfrm>
          <a:prstGeom prst="roundRect">
            <a:avLst>
              <a:gd name="adj" fmla="val 6154"/>
            </a:avLst>
          </a:prstGeom>
          <a:solidFill>
            <a:srgbClr val="7A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4544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45262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50" dirty="0">
                <a:solidFill>
                  <a:srgbClr val="EDE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database accessed via Django ORM for persistent storage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Front-End Development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 – 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728" cy="109728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semantic web pages using HTML5 — forms, tables, layout elements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109728" cy="109728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Styled pages with CSS3: selectors, box model, positioning, flexbox &amp; grid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109728" cy="109728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fully responsive, mobile-first layouts using the Bootstrap grid system and pre-built UI components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67912"/>
            <a:ext cx="109728" cy="109728"/>
          </a:xfrm>
          <a:prstGeom prst="oval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cross-browser, cross-device compatible design principles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Scripting &amp; Back-End Development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 – 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728" cy="109728"/>
          </a:xfrm>
          <a:prstGeom prst="oval">
            <a:avLst/>
          </a:prstGeom>
          <a:solidFill>
            <a:srgbClr val="2E6E5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client-side interactivity and DOM manipulation with JavaScript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109728" cy="109728"/>
          </a:xfrm>
          <a:prstGeom prst="oval">
            <a:avLst/>
          </a:prstGeom>
          <a:solidFill>
            <a:srgbClr val="2E6E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event handling, animations &amp; AJAX calls using jQuery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109728" cy="109728"/>
          </a:xfrm>
          <a:prstGeom prst="oval">
            <a:avLst/>
          </a:prstGeom>
          <a:solidFill>
            <a:srgbClr val="2E6E5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Python fundamentals: data types, functions, loops, OOP concepts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67912"/>
            <a:ext cx="109728" cy="109728"/>
          </a:xfrm>
          <a:prstGeom prst="oval">
            <a:avLst/>
          </a:prstGeom>
          <a:solidFill>
            <a:srgbClr val="2E6E5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dynamic web applications using Django — models, views, templates, routing &amp; authentication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Management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728" cy="109728"/>
          </a:xfrm>
          <a:prstGeom prst="oval">
            <a:avLst/>
          </a:prstGeom>
          <a:solidFill>
            <a:srgbClr val="7A1F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SQL fundamentals and relational database design principles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96312"/>
            <a:ext cx="109728" cy="109728"/>
          </a:xfrm>
          <a:prstGeom prst="oval">
            <a:avLst/>
          </a:prstGeom>
          <a:solidFill>
            <a:srgbClr val="7A1F2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23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CRUD (Create, Read, Update, Delete) operations using MySQL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82112"/>
            <a:ext cx="109728" cy="109728"/>
          </a:xfrm>
          <a:prstGeom prst="oval">
            <a:avLst/>
          </a:prstGeom>
          <a:solidFill>
            <a:srgbClr val="7A1F2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MySQL with Django applications using Django's ORM layer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67912"/>
            <a:ext cx="109728" cy="109728"/>
          </a:xfrm>
          <a:prstGeom prst="oval">
            <a:avLst/>
          </a:prstGeom>
          <a:solidFill>
            <a:srgbClr val="7A1F2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normalized database schemas to support application data models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Skills Gained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weeks, hands-on practice translated into the following core competencies: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107692"/>
            <a:ext cx="402336" cy="402336"/>
          </a:xfrm>
          <a:prstGeom prst="oval">
            <a:avLst/>
          </a:prstGeom>
          <a:solidFill>
            <a:srgbClr val="7A1F2B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07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web development, end-to-end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3134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to back end to database, in one workflow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107692"/>
            <a:ext cx="402336" cy="402336"/>
          </a:xfrm>
          <a:prstGeom prst="oval">
            <a:avLst/>
          </a:prstGeom>
          <a:solidFill>
            <a:srgbClr val="2E6E5E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107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8379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mobile-first UI design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132320" y="23134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grid, flexbox &amp; media queries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96112" y="3616452"/>
            <a:ext cx="402336" cy="402336"/>
          </a:xfrm>
          <a:prstGeom prst="oval">
            <a:avLst/>
          </a:prstGeom>
          <a:solidFill>
            <a:srgbClr val="3B5C99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6164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4670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object-oriented programming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8221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syntax, functions, classes &amp; OOP concepts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20040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3616452"/>
            <a:ext cx="402336" cy="402336"/>
          </a:xfrm>
          <a:prstGeom prst="oval">
            <a:avLst/>
          </a:prstGeom>
          <a:solidFill>
            <a:srgbClr val="7A1F2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6164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34670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MVT architecture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132320" y="38221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views, templates &amp; routing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70916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6112" y="5125212"/>
            <a:ext cx="402336" cy="402336"/>
          </a:xfrm>
          <a:prstGeom prst="oval">
            <a:avLst/>
          </a:prstGeom>
          <a:solidFill>
            <a:srgbClr val="2E6E5E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51252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85546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 (MySQL)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63040" y="53309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design &amp; CRUD operations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709160"/>
            <a:ext cx="5212080" cy="1234440"/>
          </a:xfrm>
          <a:prstGeom prst="roundRect">
            <a:avLst>
              <a:gd name="adj" fmla="val 5185"/>
            </a:avLst>
          </a:prstGeom>
          <a:solidFill>
            <a:srgbClr val="FFFFFF">
              <a:alpha val="94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65392" y="5125212"/>
            <a:ext cx="402336" cy="402336"/>
          </a:xfrm>
          <a:prstGeom prst="oval">
            <a:avLst/>
          </a:prstGeom>
          <a:solidFill>
            <a:srgbClr val="3B5C99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51252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85546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using Git &amp; GitHub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132320" y="53309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changes &amp; managing source code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apply these skills to real-world full stack projects.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7A1F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600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proficiency across the full web development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35915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E6E5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59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1343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functioning web application integrating all learned technologies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07238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7A1F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723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02666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problem-solving and independent-learning capability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78561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2E6E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8561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73989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employability and industry readiness in full stack development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49884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7A1F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498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4531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advanced projects in Python, Django &amp; database-driven applications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005840"/>
            <a:ext cx="1371600" cy="1325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40080" y="3657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 Agarwal  |  25SCS1003005275  |  B.Tech CSE, Sem 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Full Stack Web Development — AICTE–EduSkills Virtual Internship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2026-08-01T13:40:20Z</dcterms:created>
  <dcterms:modified xsi:type="dcterms:W3CDTF">2026-08-01T13:40:20Z</dcterms:modified>
</cp:coreProperties>
</file>